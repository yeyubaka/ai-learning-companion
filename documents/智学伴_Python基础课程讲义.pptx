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智学伴 · Python基础课程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AI学习计划演示专用幻灯片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第一章 Python简介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Python的起源与特点</a:t>
            </a:r>
          </a:p>
          <a:p>
            <a:r>
              <a:t>Python的应用领域</a:t>
            </a:r>
          </a:p>
          <a:p>
            <a:r>
              <a:t>安装与运行环境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第二章 基础语法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变量与数据类型</a:t>
            </a:r>
          </a:p>
          <a:p>
            <a:r>
              <a:t>条件判断与循环结构</a:t>
            </a:r>
          </a:p>
          <a:p>
            <a:r>
              <a:t>输入输出语句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第三章 函数与模块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函数定义与调用</a:t>
            </a:r>
          </a:p>
          <a:p>
            <a:r>
              <a:t>模块导入</a:t>
            </a:r>
          </a:p>
          <a:p>
            <a:r>
              <a:t>标准库介绍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第四章 文件操作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打开与读取文件</a:t>
            </a:r>
          </a:p>
          <a:p>
            <a:r>
              <a:t>写入文件</a:t>
            </a:r>
          </a:p>
          <a:p>
            <a:r>
              <a:t>异常处理机制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第五章 项目实践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学生成绩管理系统</a:t>
            </a:r>
          </a:p>
          <a:p>
            <a:r>
              <a:t>数据统计项目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